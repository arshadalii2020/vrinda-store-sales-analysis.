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7517F-BDCA-430F-9FC4-F4CDA7615D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5923E0-DFB1-4247-283A-51F1BB6D27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60CBC-F5CC-D18C-43FD-837A9DFE0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78B0F-9642-4459-839A-95E5DC6DD1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67404-EFF9-F09E-4FB8-4864FB3CE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CE744-A9B9-B568-CC74-653872EB9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C99FC-A62E-4D86-B973-4CEC81C3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89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082D-2526-8875-1421-AC57C761A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00E1A-4CF2-0642-7212-5D9FEEF9E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D186C-8385-0629-E20E-59F86E0CF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78B0F-9642-4459-839A-95E5DC6DD1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6C6E7-CAC2-9836-9F78-7C22FBD58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771DF-06EC-2CA5-03B3-845FDFB43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C99FC-A62E-4D86-B973-4CEC81C3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2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02B24-F3E2-7C3D-A4AA-8C54A40CF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70587-C788-360C-7A33-ABD799CF6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ADB5B-C4A2-E57F-3C04-769C20635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78B0F-9642-4459-839A-95E5DC6DD1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02EE-D243-1EDF-6A9B-A8654DBE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D8C6F-4F20-2C8F-7647-80669604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C99FC-A62E-4D86-B973-4CEC81C3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33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18BD2-2A86-4D30-F6EC-0D4A33906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E447C-3D02-A471-DA81-C0C0B5E7F9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B6D423-2E2B-ECF3-8AA8-D67050ED1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766943-8468-EC12-A6A7-429B7BB89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78B0F-9642-4459-839A-95E5DC6DD1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3FC602-D3F8-45EF-0F51-F4E6C83E3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42F15-AF70-A5F3-AC50-656776A83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C99FC-A62E-4D86-B973-4CEC81C3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93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F0225-CD5D-DA1E-F529-984C60D0F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D5698-E039-90C7-DBF8-4D75D92F0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706F8-47EB-7E98-8A3A-E5A31441E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EBA735-66E3-231D-7955-C92FFDEA8B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874BF3-2B52-E079-ED72-3B8F8BA655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7E4098-4BA2-38AE-E42E-E6A6CCBD4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78B0F-9642-4459-839A-95E5DC6DD1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EE765E-9D9B-005D-86D1-E07AE4EEB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FED645-1E4D-EB04-C8FF-8FD3F2D84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C99FC-A62E-4D86-B973-4CEC81C3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284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B70BD-3641-FE10-45EC-002045C9E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F6C50C-7ED0-FF6F-C480-D13D2DE73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78B0F-9642-4459-839A-95E5DC6DD1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AC8C64-0331-7438-5087-57BA52875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68521F-7FDE-27BF-4C2A-C853DC90A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C99FC-A62E-4D86-B973-4CEC81C3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20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E12D0E-DEE9-E9B7-6063-B28155EE2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78B0F-9642-4459-839A-95E5DC6DD1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C5C879-14C8-DF17-B5CF-00038D0CE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4DFFA-96C4-53EF-3F33-EDB72D922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C99FC-A62E-4D86-B973-4CEC81C3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044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D7289-FE90-2711-807E-F2F1AC163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DF4FD-666A-C34E-C023-AAFB498DB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61656-72D3-362C-10ED-D801AEAC2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9110E-9D90-E01C-1BA2-6BE3E9466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78B0F-9642-4459-839A-95E5DC6DD1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4B8D0-DD24-1363-6647-F426A43EC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A44B68-704C-7193-5253-02403C426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C99FC-A62E-4D86-B973-4CEC81C3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671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BB93-F408-B737-CFA8-360FC4D8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7B102E-81C8-4415-D0E7-3B3BAA7063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D112F-CA1E-6366-3B8D-D0C3AEDAB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E1D2D-8B69-C4F1-9EF6-8C18B8D39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78B0F-9642-4459-839A-95E5DC6DD1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736826-6551-2D58-F4AE-F783DD6E9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A68E25-C38C-D46E-9F67-CDB6F19A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C99FC-A62E-4D86-B973-4CEC81C3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655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2B116-711F-1F60-1A77-EFE1DFA40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C40F2-F848-088A-00BA-BD91F9A6E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62195-17C6-3178-5A5C-305B4A630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78B0F-9642-4459-839A-95E5DC6DD1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6385B-83B4-C7A7-148D-372248813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82604-6E7A-57D8-1FB7-5E591DF28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C99FC-A62E-4D86-B973-4CEC81C3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028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843EE5-8A12-BA30-BC35-8EE82E1337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57DC70-A234-5AD1-D65A-3F4DA7127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4C703-113F-1AAD-C60E-E34FEBC7B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78B0F-9642-4459-839A-95E5DC6DD1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ABC64-B957-85DA-DB1F-F8BA583E6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40B5A-4F8D-E52C-0C88-944DF5FAF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C99FC-A62E-4D86-B973-4CEC81C3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11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799D52-9679-A772-89D4-8FFF61155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0CDD8-5CDA-6AA7-4032-B2FC3ED79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B36BE-D493-6940-E6DE-3C870391A1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678B0F-9642-4459-839A-95E5DC6DD19C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0E75B-D676-1E23-C557-ABFFFC1991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B24B1-3267-4BF1-CF72-1AA942724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C99FC-A62E-4D86-B973-4CEC81C3F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13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2A5A6-6077-1978-338D-1A063B4866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337C0-0DF9-5E03-C224-DA15D529A6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Screen Recording 3">
            <a:hlinkClick r:id="" action="ppaction://media"/>
            <a:extLst>
              <a:ext uri="{FF2B5EF4-FFF2-40B4-BE49-F238E27FC236}">
                <a16:creationId xmlns:a16="http://schemas.microsoft.com/office/drawing/2014/main" id="{BE334011-2D53-A590-9B5E-31173430EA0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758825"/>
            <a:ext cx="12192000" cy="534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26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8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Arshad Ali</dc:creator>
  <cp:lastModifiedBy>Arshad Ali</cp:lastModifiedBy>
  <cp:revision>1</cp:revision>
  <dcterms:created xsi:type="dcterms:W3CDTF">2026-04-27T08:27:55Z</dcterms:created>
  <dcterms:modified xsi:type="dcterms:W3CDTF">2026-04-27T08:30:05Z</dcterms:modified>
</cp:coreProperties>
</file>